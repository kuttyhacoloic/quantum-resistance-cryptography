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8" r:id="rId1"/>
  </p:sldMasterIdLst>
  <p:notesMasterIdLst>
    <p:notesMasterId r:id="rId3"/>
  </p:notesMasterIdLst>
  <p:sldIdLst>
    <p:sldId id="256" r:id="rId2"/>
  </p:sldIdLst>
  <p:sldSz cx="9144000" cy="6858000" type="screen4x3"/>
  <p:notesSz cx="6858000" cy="9144000"/>
  <p:embeddedFontLst>
    <p:embeddedFont>
      <p:font typeface="Arial Narrow" panose="020B0606020202030204" pitchFamily="34" charset="0"/>
      <p:regular r:id="rId4"/>
      <p:bold r:id="rId5"/>
      <p:italic r:id="rId6"/>
      <p:boldItalic r:id="rId7"/>
    </p:embeddedFont>
    <p:embeddedFont>
      <p:font typeface="Calibri" panose="020F0502020204030204" pitchFamily="3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ED851D-5C0F-41E1-930D-B9BB570E03EF}">
  <a:tblStyle styleId="{2DED851D-5C0F-41E1-930D-B9BB570E03EF}"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EF5E8"/>
          </a:solidFill>
        </a:fill>
      </a:tcStyle>
    </a:wholeTbl>
    <a:band1H>
      <a:tcTxStyle b="off" i="off"/>
      <a:tcStyle>
        <a:tcBdr/>
        <a:fill>
          <a:solidFill>
            <a:srgbClr val="DBEACD"/>
          </a:solidFill>
        </a:fill>
      </a:tcStyle>
    </a:band1H>
    <a:band2H>
      <a:tcTxStyle b="off" i="off"/>
      <a:tcStyle>
        <a:tcBdr/>
      </a:tcStyle>
    </a:band2H>
    <a:band1V>
      <a:tcTxStyle b="off" i="off"/>
      <a:tcStyle>
        <a:tcBdr/>
        <a:fill>
          <a:solidFill>
            <a:srgbClr val="DBEACD"/>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Narrow"/>
                <a:ea typeface="Arial Narrow"/>
                <a:cs typeface="Arial Narrow"/>
                <a:sym typeface="Arial Narrow"/>
              </a:rPr>
              <a:t>‹Nº›</a:t>
            </a:fld>
            <a:endParaRPr sz="1200" b="0" i="0" u="none" strike="noStrike" cap="none">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86ce2da203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1"/>
          </a:p>
        </p:txBody>
      </p:sp>
      <p:sp>
        <p:nvSpPr>
          <p:cNvPr id="125" name="Google Shape;125;g86ce2da203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1_Title Slid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2"/>
          <p:cNvSpPr txBox="1"/>
          <p:nvPr/>
        </p:nvSpPr>
        <p:spPr>
          <a:xfrm>
            <a:off x="8615934" y="37255"/>
            <a:ext cx="301290"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00"/>
              <a:buFont typeface="Arial"/>
              <a:buNone/>
            </a:pPr>
            <a:endParaRPr sz="800" b="0" i="0" u="none" strike="noStrike" cap="none">
              <a:solidFill>
                <a:srgbClr val="FFFFFF"/>
              </a:solidFill>
              <a:latin typeface="Arial Narrow"/>
              <a:ea typeface="Arial Narrow"/>
              <a:cs typeface="Arial Narrow"/>
              <a:sym typeface="Arial Narrow"/>
            </a:endParaRPr>
          </a:p>
        </p:txBody>
      </p:sp>
      <p:cxnSp>
        <p:nvCxnSpPr>
          <p:cNvPr id="14" name="Google Shape;14;p2"/>
          <p:cNvCxnSpPr/>
          <p:nvPr/>
        </p:nvCxnSpPr>
        <p:spPr>
          <a:xfrm>
            <a:off x="3489259" y="4421009"/>
            <a:ext cx="2229195" cy="0"/>
          </a:xfrm>
          <a:prstGeom prst="straightConnector1">
            <a:avLst/>
          </a:prstGeom>
          <a:noFill/>
          <a:ln w="9525" cap="flat" cmpd="sng">
            <a:solidFill>
              <a:schemeClr val="lt1"/>
            </a:solidFill>
            <a:prstDash val="solid"/>
            <a:round/>
            <a:headEnd type="none" w="sm" len="sm"/>
            <a:tailEnd type="none" w="sm" len="sm"/>
          </a:ln>
        </p:spPr>
      </p:cxnSp>
      <p:sp>
        <p:nvSpPr>
          <p:cNvPr id="15" name="Google Shape;15;p2"/>
          <p:cNvSpPr txBox="1">
            <a:spLocks noGrp="1"/>
          </p:cNvSpPr>
          <p:nvPr>
            <p:ph type="body" idx="1"/>
          </p:nvPr>
        </p:nvSpPr>
        <p:spPr>
          <a:xfrm>
            <a:off x="1657350" y="3829050"/>
            <a:ext cx="5867400" cy="6858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2400" b="1" i="0" u="none" strike="noStrike" cap="none">
                <a:solidFill>
                  <a:schemeClr val="accent4"/>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400" b="1" i="0" u="none" strike="noStrike" cap="none">
                <a:solidFill>
                  <a:schemeClr val="accent4"/>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400" b="1" i="0" u="none" strike="noStrike" cap="none">
                <a:solidFill>
                  <a:schemeClr val="accent4"/>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400" b="1" i="0" u="none" strike="noStrike" cap="none">
                <a:solidFill>
                  <a:schemeClr val="accent4"/>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400" b="1" i="0" u="none" strike="noStrike" cap="none">
                <a:solidFill>
                  <a:schemeClr val="accent4"/>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Only 1">
  <p:cSld name="1_Title Only_1">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3"/>
          <p:cNvSpPr txBox="1">
            <a:spLocks noGrp="1"/>
          </p:cNvSpPr>
          <p:nvPr>
            <p:ph type="body" idx="1"/>
          </p:nvPr>
        </p:nvSpPr>
        <p:spPr>
          <a:xfrm>
            <a:off x="755650" y="1308100"/>
            <a:ext cx="7761300" cy="4784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rgbClr val="000000"/>
              </a:buClr>
              <a:buSzPts val="1600"/>
              <a:buFont typeface="Arial"/>
              <a:buNone/>
              <a:defRPr sz="2200" b="0" i="0" u="none" strike="noStrike" cap="none">
                <a:solidFill>
                  <a:srgbClr val="333333"/>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2000"/>
              <a:buFont typeface="Arial"/>
              <a:buNone/>
              <a:defRPr sz="1800" b="1" i="0" u="none" strike="noStrike" cap="none">
                <a:solidFill>
                  <a:srgbClr val="000000"/>
                </a:solidFill>
                <a:latin typeface="Arial"/>
                <a:ea typeface="Arial"/>
                <a:cs typeface="Arial"/>
                <a:sym typeface="Arial"/>
              </a:defRPr>
            </a:lvl2pPr>
            <a:lvl3pPr marL="1371600" marR="0" lvl="2" indent="-325119" algn="l" rtl="0">
              <a:lnSpc>
                <a:spcPct val="100000"/>
              </a:lnSpc>
              <a:spcBef>
                <a:spcPts val="0"/>
              </a:spcBef>
              <a:spcAft>
                <a:spcPts val="0"/>
              </a:spcAft>
              <a:buClr>
                <a:srgbClr val="000000"/>
              </a:buClr>
              <a:buSzPts val="1520"/>
              <a:buFont typeface="Noto Sans Symbols"/>
              <a:buChar char="▪"/>
              <a:defRPr sz="1600" b="0" i="0" u="none" strike="noStrike" cap="none">
                <a:solidFill>
                  <a:srgbClr val="000000"/>
                </a:solidFill>
                <a:latin typeface="Arial"/>
                <a:ea typeface="Arial"/>
                <a:cs typeface="Arial"/>
                <a:sym typeface="Arial"/>
              </a:defRPr>
            </a:lvl3pPr>
            <a:lvl4pPr marL="1828800" marR="0" lvl="3" indent="-320039" algn="l" rtl="0">
              <a:lnSpc>
                <a:spcPct val="100000"/>
              </a:lnSpc>
              <a:spcBef>
                <a:spcPts val="0"/>
              </a:spcBef>
              <a:spcAft>
                <a:spcPts val="0"/>
              </a:spcAft>
              <a:buClr>
                <a:srgbClr val="000000"/>
              </a:buClr>
              <a:buSzPts val="1440"/>
              <a:buFont typeface="Noto Sans Symbols"/>
              <a:buChar char="▪"/>
              <a:defRPr sz="1600" b="0" i="0" u="none" strike="noStrike" cap="none">
                <a:solidFill>
                  <a:srgbClr val="000000"/>
                </a:solidFill>
                <a:latin typeface="Arial"/>
                <a:ea typeface="Arial"/>
                <a:cs typeface="Arial"/>
                <a:sym typeface="Arial"/>
              </a:defRPr>
            </a:lvl4pPr>
            <a:lvl5pPr marL="2286000" marR="0" lvl="4" indent="-314960" algn="l" rtl="0">
              <a:lnSpc>
                <a:spcPct val="100000"/>
              </a:lnSpc>
              <a:spcBef>
                <a:spcPts val="0"/>
              </a:spcBef>
              <a:spcAft>
                <a:spcPts val="0"/>
              </a:spcAft>
              <a:buClr>
                <a:srgbClr val="000000"/>
              </a:buClr>
              <a:buSzPts val="1360"/>
              <a:buFont typeface="Noto Sans Symbols"/>
              <a:buChar char="▪"/>
              <a:defRPr sz="16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2">
  <p:cSld name="1_Title Only_2">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755650" y="1308100"/>
            <a:ext cx="7761300" cy="4784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rgbClr val="000000"/>
              </a:buClr>
              <a:buSzPts val="1600"/>
              <a:buFont typeface="Arial"/>
              <a:buNone/>
              <a:defRPr sz="2200" b="0" i="0" u="none" strike="noStrike" cap="none">
                <a:solidFill>
                  <a:srgbClr val="333333"/>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2000"/>
              <a:buFont typeface="Arial"/>
              <a:buNone/>
              <a:defRPr sz="1800" b="1" i="0" u="none" strike="noStrike" cap="none">
                <a:solidFill>
                  <a:srgbClr val="000000"/>
                </a:solidFill>
                <a:latin typeface="Arial"/>
                <a:ea typeface="Arial"/>
                <a:cs typeface="Arial"/>
                <a:sym typeface="Arial"/>
              </a:defRPr>
            </a:lvl2pPr>
            <a:lvl3pPr marL="1371600" marR="0" lvl="2" indent="-325119" algn="l" rtl="0">
              <a:lnSpc>
                <a:spcPct val="100000"/>
              </a:lnSpc>
              <a:spcBef>
                <a:spcPts val="0"/>
              </a:spcBef>
              <a:spcAft>
                <a:spcPts val="0"/>
              </a:spcAft>
              <a:buClr>
                <a:srgbClr val="000000"/>
              </a:buClr>
              <a:buSzPts val="1520"/>
              <a:buFont typeface="Noto Sans Symbols"/>
              <a:buChar char="▪"/>
              <a:defRPr sz="1600" b="0" i="0" u="none" strike="noStrike" cap="none">
                <a:solidFill>
                  <a:srgbClr val="000000"/>
                </a:solidFill>
                <a:latin typeface="Arial"/>
                <a:ea typeface="Arial"/>
                <a:cs typeface="Arial"/>
                <a:sym typeface="Arial"/>
              </a:defRPr>
            </a:lvl3pPr>
            <a:lvl4pPr marL="1828800" marR="0" lvl="3" indent="-320039" algn="l" rtl="0">
              <a:lnSpc>
                <a:spcPct val="100000"/>
              </a:lnSpc>
              <a:spcBef>
                <a:spcPts val="0"/>
              </a:spcBef>
              <a:spcAft>
                <a:spcPts val="0"/>
              </a:spcAft>
              <a:buClr>
                <a:srgbClr val="000000"/>
              </a:buClr>
              <a:buSzPts val="1440"/>
              <a:buFont typeface="Noto Sans Symbols"/>
              <a:buChar char="▪"/>
              <a:defRPr sz="1600" b="0" i="0" u="none" strike="noStrike" cap="none">
                <a:solidFill>
                  <a:srgbClr val="000000"/>
                </a:solidFill>
                <a:latin typeface="Arial"/>
                <a:ea typeface="Arial"/>
                <a:cs typeface="Arial"/>
                <a:sym typeface="Arial"/>
              </a:defRPr>
            </a:lvl4pPr>
            <a:lvl5pPr marL="2286000" marR="0" lvl="4" indent="-314960" algn="l" rtl="0">
              <a:lnSpc>
                <a:spcPct val="100000"/>
              </a:lnSpc>
              <a:spcBef>
                <a:spcPts val="0"/>
              </a:spcBef>
              <a:spcAft>
                <a:spcPts val="0"/>
              </a:spcAft>
              <a:buClr>
                <a:srgbClr val="000000"/>
              </a:buClr>
              <a:buSzPts val="1360"/>
              <a:buFont typeface="Noto Sans Symbols"/>
              <a:buChar char="▪"/>
              <a:defRPr sz="16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Only">
  <p:cSld name="1_Title Only 2">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5"/>
          <p:cNvSpPr/>
          <p:nvPr/>
        </p:nvSpPr>
        <p:spPr>
          <a:xfrm>
            <a:off x="219450" y="928571"/>
            <a:ext cx="6071700" cy="1029300"/>
          </a:xfrm>
          <a:prstGeom prst="wedgeRectCallout">
            <a:avLst>
              <a:gd name="adj1" fmla="val 21052"/>
              <a:gd name="adj2" fmla="val 60814"/>
            </a:avLst>
          </a:prstGeom>
          <a:solidFill>
            <a:srgbClr val="1BADEE">
              <a:alpha val="16078"/>
            </a:srgbClr>
          </a:solidFill>
          <a:ln>
            <a:noFill/>
          </a:ln>
        </p:spPr>
        <p:txBody>
          <a:bodyPr spcFirstLastPara="1" wrap="square" lIns="182875" tIns="0" rIns="182875" bIns="182875"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22" name="Google Shape;22;p5"/>
          <p:cNvSpPr txBox="1">
            <a:spLocks noGrp="1"/>
          </p:cNvSpPr>
          <p:nvPr>
            <p:ph type="body" idx="1"/>
          </p:nvPr>
        </p:nvSpPr>
        <p:spPr>
          <a:xfrm>
            <a:off x="787400" y="1333500"/>
            <a:ext cx="4914900" cy="1498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3" name="Google Shape;23;p5"/>
          <p:cNvSpPr txBox="1">
            <a:spLocks noGrp="1"/>
          </p:cNvSpPr>
          <p:nvPr>
            <p:ph type="body" idx="2"/>
          </p:nvPr>
        </p:nvSpPr>
        <p:spPr>
          <a:xfrm>
            <a:off x="304800" y="3340100"/>
            <a:ext cx="8369300" cy="2921000"/>
          </a:xfrm>
          <a:prstGeom prst="rect">
            <a:avLst/>
          </a:prstGeom>
          <a:noFill/>
          <a:ln>
            <a:noFill/>
          </a:ln>
        </p:spPr>
        <p:txBody>
          <a:bodyPr spcFirstLastPara="1" wrap="square" lIns="91425" tIns="45700" rIns="91425" bIns="45700" anchor="t" anchorCtr="0">
            <a:noAutofit/>
          </a:bodyPr>
          <a:lstStyle>
            <a:lvl1pPr marL="457200" marR="0" lvl="0" indent="-368300" algn="l" rtl="0">
              <a:lnSpc>
                <a:spcPct val="100000"/>
              </a:lnSpc>
              <a:spcBef>
                <a:spcPts val="0"/>
              </a:spcBef>
              <a:spcAft>
                <a:spcPts val="0"/>
              </a:spcAft>
              <a:buClr>
                <a:schemeClr val="accent1"/>
              </a:buClr>
              <a:buSzPts val="2200"/>
              <a:buFont typeface="Noto Sans Symbols"/>
              <a:buChar char="▪"/>
              <a:defRPr sz="2200" b="0" i="1"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 name="Google Shape;24;p5"/>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5" name="Google Shape;25;p5"/>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Only 3">
  <p:cSld name="1_Title Only_3">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6"/>
          <p:cNvSpPr txBox="1">
            <a:spLocks noGrp="1"/>
          </p:cNvSpPr>
          <p:nvPr>
            <p:ph type="body" idx="1"/>
          </p:nvPr>
        </p:nvSpPr>
        <p:spPr>
          <a:xfrm>
            <a:off x="755650" y="1308100"/>
            <a:ext cx="7761300" cy="4784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600"/>
              </a:spcBef>
              <a:spcAft>
                <a:spcPts val="0"/>
              </a:spcAft>
              <a:buClr>
                <a:srgbClr val="000000"/>
              </a:buClr>
              <a:buSzPts val="1600"/>
              <a:buFont typeface="Arial"/>
              <a:buNone/>
              <a:defRPr sz="2200" b="0" i="0" u="none" strike="noStrike" cap="none">
                <a:solidFill>
                  <a:srgbClr val="333333"/>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2000"/>
              <a:buFont typeface="Arial"/>
              <a:buNone/>
              <a:defRPr sz="1800" b="1" i="0" u="none" strike="noStrike" cap="none">
                <a:solidFill>
                  <a:srgbClr val="000000"/>
                </a:solidFill>
                <a:latin typeface="Arial"/>
                <a:ea typeface="Arial"/>
                <a:cs typeface="Arial"/>
                <a:sym typeface="Arial"/>
              </a:defRPr>
            </a:lvl2pPr>
            <a:lvl3pPr marL="1371600" marR="0" lvl="2" indent="-325119" algn="l" rtl="0">
              <a:lnSpc>
                <a:spcPct val="100000"/>
              </a:lnSpc>
              <a:spcBef>
                <a:spcPts val="0"/>
              </a:spcBef>
              <a:spcAft>
                <a:spcPts val="0"/>
              </a:spcAft>
              <a:buClr>
                <a:srgbClr val="000000"/>
              </a:buClr>
              <a:buSzPts val="1520"/>
              <a:buFont typeface="Noto Sans Symbols"/>
              <a:buChar char="▪"/>
              <a:defRPr sz="1600" b="0" i="0" u="none" strike="noStrike" cap="none">
                <a:solidFill>
                  <a:srgbClr val="000000"/>
                </a:solidFill>
                <a:latin typeface="Arial"/>
                <a:ea typeface="Arial"/>
                <a:cs typeface="Arial"/>
                <a:sym typeface="Arial"/>
              </a:defRPr>
            </a:lvl3pPr>
            <a:lvl4pPr marL="1828800" marR="0" lvl="3" indent="-320039" algn="l" rtl="0">
              <a:lnSpc>
                <a:spcPct val="100000"/>
              </a:lnSpc>
              <a:spcBef>
                <a:spcPts val="0"/>
              </a:spcBef>
              <a:spcAft>
                <a:spcPts val="0"/>
              </a:spcAft>
              <a:buClr>
                <a:srgbClr val="000000"/>
              </a:buClr>
              <a:buSzPts val="1440"/>
              <a:buFont typeface="Noto Sans Symbols"/>
              <a:buChar char="▪"/>
              <a:defRPr sz="1600" b="0" i="0" u="none" strike="noStrike" cap="none">
                <a:solidFill>
                  <a:srgbClr val="000000"/>
                </a:solidFill>
                <a:latin typeface="Arial"/>
                <a:ea typeface="Arial"/>
                <a:cs typeface="Arial"/>
                <a:sym typeface="Arial"/>
              </a:defRPr>
            </a:lvl4pPr>
            <a:lvl5pPr marL="2286000" marR="0" lvl="4" indent="-314960" algn="l" rtl="0">
              <a:lnSpc>
                <a:spcPct val="100000"/>
              </a:lnSpc>
              <a:spcBef>
                <a:spcPts val="0"/>
              </a:spcBef>
              <a:spcAft>
                <a:spcPts val="0"/>
              </a:spcAft>
              <a:buClr>
                <a:srgbClr val="000000"/>
              </a:buClr>
              <a:buSzPts val="1360"/>
              <a:buFont typeface="Noto Sans Symbols"/>
              <a:buChar char="▪"/>
              <a:defRPr sz="16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1_Title Only">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7"/>
          <p:cNvSpPr txBox="1">
            <a:spLocks noGrp="1"/>
          </p:cNvSpPr>
          <p:nvPr>
            <p:ph type="body" idx="1"/>
          </p:nvPr>
        </p:nvSpPr>
        <p:spPr>
          <a:xfrm>
            <a:off x="3263900" y="1130300"/>
            <a:ext cx="5588000" cy="50800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1"/>
              </a:buClr>
              <a:buSzPts val="2400"/>
              <a:buFont typeface="Noto Sans Symbols"/>
              <a:buChar char="▪"/>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0" name="Google Shape;30;p7"/>
          <p:cNvSpPr txBox="1">
            <a:spLocks noGrp="1"/>
          </p:cNvSpPr>
          <p:nvPr>
            <p:ph type="body" idx="2"/>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1" name="Google Shape;31;p7"/>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32" name="Google Shape;32;p7"/>
          <p:cNvSpPr/>
          <p:nvPr/>
        </p:nvSpPr>
        <p:spPr>
          <a:xfrm rot="-5400000">
            <a:off x="-1293620" y="2064211"/>
            <a:ext cx="5718093" cy="31158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1" i="0" u="none" strike="noStrike" cap="none">
                <a:solidFill>
                  <a:schemeClr val="lt1"/>
                </a:solidFill>
                <a:latin typeface="Arial"/>
                <a:ea typeface="Arial"/>
                <a:cs typeface="Arial"/>
                <a:sym typeface="Arial"/>
              </a:rPr>
              <a:t>Opening</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p:cSld name="1_Title Only 3">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body" idx="1"/>
          </p:nvPr>
        </p:nvSpPr>
        <p:spPr>
          <a:xfrm>
            <a:off x="3143250" y="1143000"/>
            <a:ext cx="6000750" cy="26098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accent4"/>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8"/>
          <p:cNvSpPr/>
          <p:nvPr/>
        </p:nvSpPr>
        <p:spPr>
          <a:xfrm rot="-5400000">
            <a:off x="-1301137" y="2074372"/>
            <a:ext cx="5718093" cy="31158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1" i="0" u="none" strike="noStrike" cap="none">
                <a:solidFill>
                  <a:schemeClr val="lt1"/>
                </a:solidFill>
                <a:latin typeface="Arial"/>
                <a:ea typeface="Arial"/>
                <a:cs typeface="Arial"/>
                <a:sym typeface="Arial"/>
              </a:rPr>
              <a:t>Closing</a:t>
            </a:r>
            <a:endParaRPr sz="1400" b="0" i="0" u="none" strike="noStrike" cap="none">
              <a:solidFill>
                <a:srgbClr val="000000"/>
              </a:solidFill>
              <a:latin typeface="Arial"/>
              <a:ea typeface="Arial"/>
              <a:cs typeface="Arial"/>
              <a:sym typeface="Arial"/>
            </a:endParaRPr>
          </a:p>
        </p:txBody>
      </p:sp>
      <p:pic>
        <p:nvPicPr>
          <p:cNvPr id="36" name="Google Shape;36;p8" descr="A close up of a sign&#10;&#10;Description automatically generated"/>
          <p:cNvPicPr preferRelativeResize="0"/>
          <p:nvPr/>
        </p:nvPicPr>
        <p:blipFill rotWithShape="1">
          <a:blip r:embed="rId3">
            <a:alphaModFix amt="35000"/>
          </a:blip>
          <a:srcRect/>
          <a:stretch/>
        </p:blipFill>
        <p:spPr>
          <a:xfrm>
            <a:off x="3338485" y="4879641"/>
            <a:ext cx="1349888" cy="1349888"/>
          </a:xfrm>
          <a:prstGeom prst="rect">
            <a:avLst/>
          </a:prstGeom>
          <a:noFill/>
          <a:ln>
            <a:noFill/>
          </a:ln>
        </p:spPr>
      </p:pic>
      <p:sp>
        <p:nvSpPr>
          <p:cNvPr id="37" name="Google Shape;37;p8"/>
          <p:cNvSpPr txBox="1"/>
          <p:nvPr/>
        </p:nvSpPr>
        <p:spPr>
          <a:xfrm>
            <a:off x="4688373" y="5015976"/>
            <a:ext cx="4360489" cy="4308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accent2"/>
                </a:solidFill>
                <a:latin typeface="Arial"/>
                <a:ea typeface="Arial"/>
                <a:cs typeface="Arial"/>
                <a:sym typeface="Arial"/>
              </a:rPr>
              <a:t>Watch Next: </a:t>
            </a:r>
            <a:endParaRPr sz="1400" b="0" i="0" u="none" strike="noStrike" cap="none">
              <a:solidFill>
                <a:srgbClr val="000000"/>
              </a:solidFill>
              <a:latin typeface="Arial"/>
              <a:ea typeface="Arial"/>
              <a:cs typeface="Arial"/>
              <a:sym typeface="Arial"/>
            </a:endParaRPr>
          </a:p>
        </p:txBody>
      </p:sp>
      <p:sp>
        <p:nvSpPr>
          <p:cNvPr id="38" name="Google Shape;38;p8"/>
          <p:cNvSpPr txBox="1">
            <a:spLocks noGrp="1"/>
          </p:cNvSpPr>
          <p:nvPr>
            <p:ph type="body" idx="2"/>
          </p:nvPr>
        </p:nvSpPr>
        <p:spPr>
          <a:xfrm>
            <a:off x="4686300" y="5410200"/>
            <a:ext cx="44196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chemeClr val="accent2"/>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2000" b="0" i="0" u="none" strike="noStrike" cap="none">
                <a:solidFill>
                  <a:schemeClr val="accent2"/>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000" b="0" i="0" u="none" strike="noStrike" cap="none">
                <a:solidFill>
                  <a:schemeClr val="accent2"/>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000" b="0" i="0" u="none" strike="noStrike" cap="none">
                <a:solidFill>
                  <a:schemeClr val="accent2"/>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000" b="0" i="0" u="none" strike="noStrike" cap="none">
                <a:solidFill>
                  <a:schemeClr val="accent2"/>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 name="Google Shape;39;p8"/>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0" name="Google Shape;40;p8"/>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p:cSld name="1_Title Only 4">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9"/>
          <p:cNvSpPr>
            <a:spLocks noGrp="1"/>
          </p:cNvSpPr>
          <p:nvPr>
            <p:ph type="pic" idx="2"/>
          </p:nvPr>
        </p:nvSpPr>
        <p:spPr>
          <a:xfrm>
            <a:off x="736600" y="1409700"/>
            <a:ext cx="7810500" cy="4025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 name="Google Shape;43;p9"/>
          <p:cNvSpPr txBox="1">
            <a:spLocks noGrp="1"/>
          </p:cNvSpPr>
          <p:nvPr>
            <p:ph type="body" idx="1"/>
          </p:nvPr>
        </p:nvSpPr>
        <p:spPr>
          <a:xfrm>
            <a:off x="749300" y="5499100"/>
            <a:ext cx="7810500" cy="508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9"/>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 name="Google Shape;45;p9"/>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Only">
  <p:cSld name="1_Title Only 5">
    <p:bg>
      <p:bgPr>
        <a:blipFill>
          <a:blip r:embed="rId2">
            <a:alphaModFix/>
          </a:blip>
          <a:stretch>
            <a:fillRect/>
          </a:stretch>
        </a:blipFill>
        <a:effectLst/>
      </p:bgPr>
    </p:bg>
    <p:spTree>
      <p:nvGrpSpPr>
        <p:cNvPr id="1" name="Shape 46"/>
        <p:cNvGrpSpPr/>
        <p:nvPr/>
      </p:nvGrpSpPr>
      <p:grpSpPr>
        <a:xfrm>
          <a:off x="0" y="0"/>
          <a:ext cx="0" cy="0"/>
          <a:chOff x="0" y="0"/>
          <a:chExt cx="0" cy="0"/>
        </a:xfrm>
      </p:grpSpPr>
      <p:sp>
        <p:nvSpPr>
          <p:cNvPr id="47" name="Google Shape;47;p10"/>
          <p:cNvSpPr/>
          <p:nvPr/>
        </p:nvSpPr>
        <p:spPr>
          <a:xfrm rot="-5400000">
            <a:off x="-1293620" y="2064211"/>
            <a:ext cx="5718093" cy="31158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000" b="1" i="0" u="none" strike="noStrike" cap="none">
              <a:solidFill>
                <a:schemeClr val="lt1"/>
              </a:solidFill>
              <a:latin typeface="Arial"/>
              <a:ea typeface="Arial"/>
              <a:cs typeface="Arial"/>
              <a:sym typeface="Arial"/>
            </a:endParaRPr>
          </a:p>
        </p:txBody>
      </p:sp>
      <p:sp>
        <p:nvSpPr>
          <p:cNvPr id="48" name="Google Shape;48;p10"/>
          <p:cNvSpPr txBox="1">
            <a:spLocks noGrp="1"/>
          </p:cNvSpPr>
          <p:nvPr>
            <p:ph type="body" idx="1"/>
          </p:nvPr>
        </p:nvSpPr>
        <p:spPr>
          <a:xfrm rot="-5400000">
            <a:off x="-825500" y="2540000"/>
            <a:ext cx="4610100" cy="1943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0"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9" name="Google Shape;49;p10"/>
          <p:cNvSpPr txBox="1">
            <a:spLocks noGrp="1"/>
          </p:cNvSpPr>
          <p:nvPr>
            <p:ph type="body" idx="2"/>
          </p:nvPr>
        </p:nvSpPr>
        <p:spPr>
          <a:xfrm>
            <a:off x="3263900" y="1130300"/>
            <a:ext cx="5588000" cy="50800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1"/>
              </a:buClr>
              <a:buSzPts val="2400"/>
              <a:buFont typeface="Noto Sans Symbols"/>
              <a:buChar char="▪"/>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0" name="Google Shape;50;p10"/>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 name="Google Shape;51;p10"/>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Only">
  <p:cSld name="1_Title Only 6">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11"/>
          <p:cNvSpPr/>
          <p:nvPr/>
        </p:nvSpPr>
        <p:spPr>
          <a:xfrm>
            <a:off x="0" y="786384"/>
            <a:ext cx="4572000" cy="56875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 name="Google Shape;54;p11"/>
          <p:cNvSpPr>
            <a:spLocks noGrp="1"/>
          </p:cNvSpPr>
          <p:nvPr>
            <p:ph type="pic" idx="2"/>
          </p:nvPr>
        </p:nvSpPr>
        <p:spPr>
          <a:xfrm>
            <a:off x="533400" y="1778000"/>
            <a:ext cx="3340100" cy="36195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11"/>
          <p:cNvSpPr txBox="1">
            <a:spLocks noGrp="1"/>
          </p:cNvSpPr>
          <p:nvPr>
            <p:ph type="body" idx="1"/>
          </p:nvPr>
        </p:nvSpPr>
        <p:spPr>
          <a:xfrm>
            <a:off x="4927600" y="1993900"/>
            <a:ext cx="3721100" cy="3505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p11"/>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7" name="Google Shape;57;p11"/>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Only">
  <p:cSld name="1_Title Only 7">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12"/>
          <p:cNvSpPr/>
          <p:nvPr/>
        </p:nvSpPr>
        <p:spPr>
          <a:xfrm>
            <a:off x="0" y="786384"/>
            <a:ext cx="4572000" cy="56875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0" name="Google Shape;60;p12"/>
          <p:cNvSpPr txBox="1">
            <a:spLocks noGrp="1"/>
          </p:cNvSpPr>
          <p:nvPr>
            <p:ph type="body" idx="1"/>
          </p:nvPr>
        </p:nvSpPr>
        <p:spPr>
          <a:xfrm>
            <a:off x="4927600" y="1993900"/>
            <a:ext cx="3721100" cy="3505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 name="Google Shape;61;p12"/>
          <p:cNvSpPr txBox="1">
            <a:spLocks noGrp="1"/>
          </p:cNvSpPr>
          <p:nvPr>
            <p:ph type="body" idx="2"/>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 name="Google Shape;62;p12"/>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pic>
        <p:nvPicPr>
          <p:cNvPr id="63" name="Google Shape;63;p12" descr="A close up of a logo&#10;&#10;Description automatically generated"/>
          <p:cNvPicPr preferRelativeResize="0"/>
          <p:nvPr/>
        </p:nvPicPr>
        <p:blipFill rotWithShape="1">
          <a:blip r:embed="rId3">
            <a:alphaModFix/>
          </a:blip>
          <a:srcRect/>
          <a:stretch/>
        </p:blipFill>
        <p:spPr>
          <a:xfrm>
            <a:off x="96520" y="1440688"/>
            <a:ext cx="4378960" cy="437896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Only">
  <p:cSld name="1_Title Only 8">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13"/>
          <p:cNvSpPr txBox="1">
            <a:spLocks noGrp="1"/>
          </p:cNvSpPr>
          <p:nvPr>
            <p:ph type="body" idx="1"/>
          </p:nvPr>
        </p:nvSpPr>
        <p:spPr>
          <a:xfrm>
            <a:off x="3276600" y="1206500"/>
            <a:ext cx="4902200" cy="47117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1"/>
              </a:buClr>
              <a:buSzPts val="2400"/>
              <a:buFont typeface="Noto Sans Symbols"/>
              <a:buChar char="▪"/>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13"/>
          <p:cNvSpPr/>
          <p:nvPr/>
        </p:nvSpPr>
        <p:spPr>
          <a:xfrm>
            <a:off x="818350" y="1201706"/>
            <a:ext cx="2450592" cy="471867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7" name="Google Shape;67;p13"/>
          <p:cNvSpPr>
            <a:spLocks noGrp="1"/>
          </p:cNvSpPr>
          <p:nvPr>
            <p:ph type="pic" idx="2"/>
          </p:nvPr>
        </p:nvSpPr>
        <p:spPr>
          <a:xfrm>
            <a:off x="838200" y="2374900"/>
            <a:ext cx="2425700" cy="181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 name="Google Shape;68;p13"/>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9" name="Google Shape;69;p13"/>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Only">
  <p:cSld name="1_Title Only 9">
    <p:bg>
      <p:bgPr>
        <a:blipFill>
          <a:blip r:embed="rId2">
            <a:alphaModFix/>
          </a:blip>
          <a:stretch>
            <a:fillRect/>
          </a:stretch>
        </a:blipFill>
        <a:effectLst/>
      </p:bgPr>
    </p:bg>
    <p:spTree>
      <p:nvGrpSpPr>
        <p:cNvPr id="1" name="Shape 70"/>
        <p:cNvGrpSpPr/>
        <p:nvPr/>
      </p:nvGrpSpPr>
      <p:grpSpPr>
        <a:xfrm>
          <a:off x="0" y="0"/>
          <a:ext cx="0" cy="0"/>
          <a:chOff x="0" y="0"/>
          <a:chExt cx="0" cy="0"/>
        </a:xfrm>
      </p:grpSpPr>
      <p:sp>
        <p:nvSpPr>
          <p:cNvPr id="71" name="Google Shape;71;p14"/>
          <p:cNvSpPr txBox="1">
            <a:spLocks noGrp="1"/>
          </p:cNvSpPr>
          <p:nvPr>
            <p:ph type="body" idx="1"/>
          </p:nvPr>
        </p:nvSpPr>
        <p:spPr>
          <a:xfrm>
            <a:off x="3276600" y="1206500"/>
            <a:ext cx="4902200" cy="47117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1"/>
              </a:buClr>
              <a:buSzPts val="2400"/>
              <a:buFont typeface="Noto Sans Symbols"/>
              <a:buChar char="▪"/>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14"/>
          <p:cNvSpPr/>
          <p:nvPr/>
        </p:nvSpPr>
        <p:spPr>
          <a:xfrm>
            <a:off x="818350" y="1201706"/>
            <a:ext cx="2450592" cy="471867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 name="Google Shape;73;p14"/>
          <p:cNvSpPr txBox="1">
            <a:spLocks noGrp="1"/>
          </p:cNvSpPr>
          <p:nvPr>
            <p:ph type="body" idx="2"/>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4" name="Google Shape;74;p14"/>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pic>
        <p:nvPicPr>
          <p:cNvPr id="75" name="Google Shape;75;p14" descr="A close up of a logo&#10;&#10;Description automatically generated"/>
          <p:cNvPicPr preferRelativeResize="0"/>
          <p:nvPr/>
        </p:nvPicPr>
        <p:blipFill rotWithShape="1">
          <a:blip r:embed="rId3">
            <a:alphaModFix/>
          </a:blip>
          <a:srcRect/>
          <a:stretch/>
        </p:blipFill>
        <p:spPr>
          <a:xfrm>
            <a:off x="837146" y="2354542"/>
            <a:ext cx="2413000" cy="2413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1_Title Only 10">
    <p:bg>
      <p:bgPr>
        <a:blipFill>
          <a:blip r:embed="rId2">
            <a:alphaModFix/>
          </a:blip>
          <a:stretch>
            <a:fillRect/>
          </a:stretch>
        </a:blipFill>
        <a:effectLst/>
      </p:bgPr>
    </p:bg>
    <p:spTree>
      <p:nvGrpSpPr>
        <p:cNvPr id="1" name="Shape 76"/>
        <p:cNvGrpSpPr/>
        <p:nvPr/>
      </p:nvGrpSpPr>
      <p:grpSpPr>
        <a:xfrm>
          <a:off x="0" y="0"/>
          <a:ext cx="0" cy="0"/>
          <a:chOff x="0" y="0"/>
          <a:chExt cx="0" cy="0"/>
        </a:xfrm>
      </p:grpSpPr>
      <p:sp>
        <p:nvSpPr>
          <p:cNvPr id="77" name="Google Shape;77;p15"/>
          <p:cNvSpPr/>
          <p:nvPr/>
        </p:nvSpPr>
        <p:spPr>
          <a:xfrm>
            <a:off x="349500" y="2236116"/>
            <a:ext cx="2411946" cy="23857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8" name="Google Shape;78;p15"/>
          <p:cNvSpPr txBox="1">
            <a:spLocks noGrp="1"/>
          </p:cNvSpPr>
          <p:nvPr>
            <p:ph type="body" idx="1"/>
          </p:nvPr>
        </p:nvSpPr>
        <p:spPr>
          <a:xfrm>
            <a:off x="2755900" y="2247900"/>
            <a:ext cx="5778500" cy="23622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1"/>
              </a:buClr>
              <a:buSzPts val="2400"/>
              <a:buFont typeface="Noto Sans Symbols"/>
              <a:buChar char="▪"/>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9" name="Google Shape;79;p15"/>
          <p:cNvSpPr>
            <a:spLocks noGrp="1"/>
          </p:cNvSpPr>
          <p:nvPr>
            <p:ph type="pic" idx="2"/>
          </p:nvPr>
        </p:nvSpPr>
        <p:spPr>
          <a:xfrm>
            <a:off x="355600" y="2235200"/>
            <a:ext cx="2400300" cy="2387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0" name="Google Shape;80;p15"/>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81" name="Google Shape;81;p15"/>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cSld name="1_Title Only 11">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6"/>
          <p:cNvSpPr/>
          <p:nvPr/>
        </p:nvSpPr>
        <p:spPr>
          <a:xfrm>
            <a:off x="349500" y="2236116"/>
            <a:ext cx="2411946" cy="238576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 name="Google Shape;84;p16"/>
          <p:cNvSpPr txBox="1">
            <a:spLocks noGrp="1"/>
          </p:cNvSpPr>
          <p:nvPr>
            <p:ph type="body" idx="1"/>
          </p:nvPr>
        </p:nvSpPr>
        <p:spPr>
          <a:xfrm>
            <a:off x="2755900" y="2247900"/>
            <a:ext cx="5778500" cy="23622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1"/>
              </a:buClr>
              <a:buSzPts val="2400"/>
              <a:buFont typeface="Noto Sans Symbols"/>
              <a:buChar char="▪"/>
              <a:defRPr sz="2400" b="0" i="0" u="none" strike="noStrike" cap="none">
                <a:solidFill>
                  <a:srgbClr val="000000"/>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5" name="Google Shape;85;p16"/>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86" name="Google Shape;86;p16"/>
          <p:cNvSpPr txBox="1">
            <a:spLocks noGrp="1"/>
          </p:cNvSpPr>
          <p:nvPr>
            <p:ph type="body" idx="2"/>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87" name="Google Shape;87;p16" descr="A close up of a logo&#10;&#10;Description automatically generated"/>
          <p:cNvPicPr preferRelativeResize="0"/>
          <p:nvPr/>
        </p:nvPicPr>
        <p:blipFill rotWithShape="1">
          <a:blip r:embed="rId3">
            <a:alphaModFix/>
          </a:blip>
          <a:srcRect/>
          <a:stretch/>
        </p:blipFill>
        <p:spPr>
          <a:xfrm>
            <a:off x="365760" y="2230120"/>
            <a:ext cx="2367280" cy="238252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itle Only">
  <p:cSld name="1_Title Only 12">
    <p:bg>
      <p:bgPr>
        <a:blipFill>
          <a:blip r:embed="rId2">
            <a:alphaModFix/>
          </a:blip>
          <a:stretch>
            <a:fillRect/>
          </a:stretch>
        </a:blipFill>
        <a:effectLst/>
      </p:bgPr>
    </p:bg>
    <p:spTree>
      <p:nvGrpSpPr>
        <p:cNvPr id="1" name="Shape 88"/>
        <p:cNvGrpSpPr/>
        <p:nvPr/>
      </p:nvGrpSpPr>
      <p:grpSpPr>
        <a:xfrm>
          <a:off x="0" y="0"/>
          <a:ext cx="0" cy="0"/>
          <a:chOff x="0" y="0"/>
          <a:chExt cx="0" cy="0"/>
        </a:xfrm>
      </p:grpSpPr>
      <p:graphicFrame>
        <p:nvGraphicFramePr>
          <p:cNvPr id="89" name="Google Shape;89;p17"/>
          <p:cNvGraphicFramePr/>
          <p:nvPr/>
        </p:nvGraphicFramePr>
        <p:xfrm>
          <a:off x="286869" y="1356372"/>
          <a:ext cx="3000000" cy="3000000"/>
        </p:xfrm>
        <a:graphic>
          <a:graphicData uri="http://schemas.openxmlformats.org/drawingml/2006/table">
            <a:tbl>
              <a:tblPr firstRow="1" bandRow="1">
                <a:noFill/>
                <a:tableStyleId>{2DED851D-5C0F-41E1-930D-B9BB570E03EF}</a:tableStyleId>
              </a:tblPr>
              <a:tblGrid>
                <a:gridCol w="1368250">
                  <a:extLst>
                    <a:ext uri="{9D8B030D-6E8A-4147-A177-3AD203B41FA5}">
                      <a16:colId xmlns:a16="http://schemas.microsoft.com/office/drawing/2014/main" val="20000"/>
                    </a:ext>
                  </a:extLst>
                </a:gridCol>
                <a:gridCol w="7237875">
                  <a:extLst>
                    <a:ext uri="{9D8B030D-6E8A-4147-A177-3AD203B41FA5}">
                      <a16:colId xmlns:a16="http://schemas.microsoft.com/office/drawing/2014/main" val="20001"/>
                    </a:ext>
                  </a:extLst>
                </a:gridCol>
              </a:tblGrid>
              <a:tr h="1197200">
                <a:tc>
                  <a:txBody>
                    <a:bodyPr/>
                    <a:lstStyle/>
                    <a:p>
                      <a:pPr marL="342900" marR="0" lvl="0" indent="-342900" algn="l" rtl="0">
                        <a:lnSpc>
                          <a:spcPct val="100000"/>
                        </a:lnSpc>
                        <a:spcBef>
                          <a:spcPts val="0"/>
                        </a:spcBef>
                        <a:spcAft>
                          <a:spcPts val="0"/>
                        </a:spcAft>
                        <a:buClr>
                          <a:schemeClr val="accent1"/>
                        </a:buClr>
                        <a:buSzPts val="2200"/>
                        <a:buFont typeface="Noto Sans Symbols"/>
                        <a:buChar char="▪"/>
                      </a:pPr>
                      <a:r>
                        <a:rPr lang="en-US" sz="2200" b="0" u="none" strike="noStrike" cap="none">
                          <a:solidFill>
                            <a:schemeClr val="dk1"/>
                          </a:solidFill>
                          <a:latin typeface="Arial"/>
                          <a:ea typeface="Arial"/>
                          <a:cs typeface="Arial"/>
                          <a:sym typeface="Arial"/>
                        </a:rPr>
                        <a:t>X min</a:t>
                      </a:r>
                      <a:endParaRPr sz="1400" u="none" strike="noStrike" cap="none"/>
                    </a:p>
                  </a:txBody>
                  <a:tcPr marL="137150" marR="137150" marT="137150" marB="137150">
                    <a:lnL w="38100" cap="flat" cmpd="sng">
                      <a:solidFill>
                        <a:schemeClr val="accent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r>
                        <a:rPr lang="en-US" sz="2200" b="0" i="1" u="none" strike="noStrike" cap="none">
                          <a:solidFill>
                            <a:schemeClr val="dk2"/>
                          </a:solidFill>
                          <a:latin typeface="Arial"/>
                          <a:ea typeface="Arial"/>
                          <a:cs typeface="Arial"/>
                          <a:sym typeface="Arial"/>
                        </a:rPr>
                        <a:t>Add</a:t>
                      </a:r>
                      <a:endParaRPr sz="1400" u="none" strike="noStrike" cap="none"/>
                    </a:p>
                  </a:txBody>
                  <a:tcPr marL="137150" marR="137150" marT="137150" marB="137150">
                    <a:lnL w="9525" cap="flat" cmpd="sng">
                      <a:solidFill>
                        <a:srgbClr val="000000">
                          <a:alpha val="0"/>
                        </a:srgbClr>
                      </a:solidFill>
                      <a:prstDash val="solid"/>
                      <a:round/>
                      <a:headEnd type="none" w="sm" len="sm"/>
                      <a:tailEnd type="none" w="sm" len="sm"/>
                    </a:lnL>
                    <a:lnR w="38100" cap="flat" cmpd="sng">
                      <a:solidFill>
                        <a:schemeClr val="accent2"/>
                      </a:solidFill>
                      <a:prstDash val="solid"/>
                      <a:round/>
                      <a:headEnd type="none" w="sm" len="sm"/>
                      <a:tailEnd type="none" w="sm" len="sm"/>
                    </a:lnR>
                    <a:lnT w="38100" cap="flat" cmpd="sng">
                      <a:solidFill>
                        <a:schemeClr val="accent2"/>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44325">
                <a:tc>
                  <a:txBody>
                    <a:bodyPr/>
                    <a:lstStyle/>
                    <a:p>
                      <a:pPr marL="342900" marR="0" lvl="0" indent="-342900" algn="l" rtl="0">
                        <a:lnSpc>
                          <a:spcPct val="100000"/>
                        </a:lnSpc>
                        <a:spcBef>
                          <a:spcPts val="0"/>
                        </a:spcBef>
                        <a:spcAft>
                          <a:spcPts val="0"/>
                        </a:spcAft>
                        <a:buClr>
                          <a:schemeClr val="accent1"/>
                        </a:buClr>
                        <a:buSzPts val="2200"/>
                        <a:buFont typeface="Noto Sans Symbols"/>
                        <a:buChar char="▪"/>
                      </a:pPr>
                      <a:r>
                        <a:rPr lang="en-US" sz="2200" u="none" strike="noStrike" cap="none">
                          <a:solidFill>
                            <a:schemeClr val="dk1"/>
                          </a:solidFill>
                          <a:latin typeface="Arial"/>
                          <a:ea typeface="Arial"/>
                          <a:cs typeface="Arial"/>
                          <a:sym typeface="Arial"/>
                        </a:rPr>
                        <a:t> </a:t>
                      </a:r>
                      <a:endParaRPr sz="1400" u="none" strike="noStrike" cap="none"/>
                    </a:p>
                  </a:txBody>
                  <a:tcPr marL="137150" marR="137150" marT="137150" marB="137150">
                    <a:lnL w="38100" cap="flat" cmpd="sng">
                      <a:solidFill>
                        <a:schemeClr val="accent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chemeClr val="dk1"/>
                        </a:solidFill>
                        <a:latin typeface="Arial"/>
                        <a:ea typeface="Arial"/>
                        <a:cs typeface="Arial"/>
                        <a:sym typeface="Arial"/>
                      </a:endParaRPr>
                    </a:p>
                  </a:txBody>
                  <a:tcPr marL="137150" marR="137150" marT="137150" marB="137150">
                    <a:lnL w="9525" cap="flat" cmpd="sng">
                      <a:solidFill>
                        <a:srgbClr val="000000">
                          <a:alpha val="0"/>
                        </a:srgbClr>
                      </a:solidFill>
                      <a:prstDash val="solid"/>
                      <a:round/>
                      <a:headEnd type="none" w="sm" len="sm"/>
                      <a:tailEnd type="none" w="sm" len="sm"/>
                    </a:lnL>
                    <a:lnR w="38100" cap="flat" cmpd="sng">
                      <a:solidFill>
                        <a:schemeClr val="accent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44325">
                <a:tc>
                  <a:txBody>
                    <a:bodyPr/>
                    <a:lstStyle/>
                    <a:p>
                      <a:pPr marL="342900" marR="0" lvl="0" indent="-342900" algn="l" rtl="0">
                        <a:lnSpc>
                          <a:spcPct val="100000"/>
                        </a:lnSpc>
                        <a:spcBef>
                          <a:spcPts val="0"/>
                        </a:spcBef>
                        <a:spcAft>
                          <a:spcPts val="0"/>
                        </a:spcAft>
                        <a:buClr>
                          <a:schemeClr val="accent1"/>
                        </a:buClr>
                        <a:buSzPts val="2200"/>
                        <a:buFont typeface="Noto Sans Symbols"/>
                        <a:buChar char="▪"/>
                      </a:pPr>
                      <a:r>
                        <a:rPr lang="en-US" sz="2200" u="none" strike="noStrike" cap="none">
                          <a:solidFill>
                            <a:schemeClr val="dk1"/>
                          </a:solidFill>
                          <a:latin typeface="Arial"/>
                          <a:ea typeface="Arial"/>
                          <a:cs typeface="Arial"/>
                          <a:sym typeface="Arial"/>
                        </a:rPr>
                        <a:t> </a:t>
                      </a:r>
                      <a:endParaRPr sz="1400" u="none" strike="noStrike" cap="none"/>
                    </a:p>
                  </a:txBody>
                  <a:tcPr marL="137150" marR="137150" marT="137150" marB="137150">
                    <a:lnL w="38100" cap="flat" cmpd="sng">
                      <a:solidFill>
                        <a:schemeClr val="accent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Arial"/>
                        <a:ea typeface="Arial"/>
                        <a:cs typeface="Arial"/>
                        <a:sym typeface="Arial"/>
                      </a:endParaRPr>
                    </a:p>
                  </a:txBody>
                  <a:tcPr marL="137150" marR="137150" marT="137150" marB="137150">
                    <a:lnL w="9525" cap="flat" cmpd="sng">
                      <a:solidFill>
                        <a:srgbClr val="000000">
                          <a:alpha val="0"/>
                        </a:srgbClr>
                      </a:solidFill>
                      <a:prstDash val="solid"/>
                      <a:round/>
                      <a:headEnd type="none" w="sm" len="sm"/>
                      <a:tailEnd type="none" w="sm" len="sm"/>
                    </a:lnL>
                    <a:lnR w="38100" cap="flat" cmpd="sng">
                      <a:solidFill>
                        <a:schemeClr val="accent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44900">
                <a:tc>
                  <a:txBody>
                    <a:bodyPr/>
                    <a:lstStyle/>
                    <a:p>
                      <a:pPr marL="342900" marR="0" lvl="0" indent="-342900" algn="l" rtl="0">
                        <a:lnSpc>
                          <a:spcPct val="100000"/>
                        </a:lnSpc>
                        <a:spcBef>
                          <a:spcPts val="0"/>
                        </a:spcBef>
                        <a:spcAft>
                          <a:spcPts val="0"/>
                        </a:spcAft>
                        <a:buClr>
                          <a:schemeClr val="accent1"/>
                        </a:buClr>
                        <a:buSzPts val="2200"/>
                        <a:buFont typeface="Noto Sans Symbols"/>
                        <a:buChar char="▪"/>
                      </a:pPr>
                      <a:r>
                        <a:rPr lang="en-US" sz="2200" u="none" strike="noStrike" cap="none">
                          <a:solidFill>
                            <a:schemeClr val="dk1"/>
                          </a:solidFill>
                          <a:latin typeface="Arial"/>
                          <a:ea typeface="Arial"/>
                          <a:cs typeface="Arial"/>
                          <a:sym typeface="Arial"/>
                        </a:rPr>
                        <a:t> </a:t>
                      </a:r>
                      <a:endParaRPr sz="1400" u="none" strike="noStrike" cap="none"/>
                    </a:p>
                  </a:txBody>
                  <a:tcPr marL="137150" marR="137150" marT="137150" marB="137150">
                    <a:lnL w="38100" cap="flat" cmpd="sng">
                      <a:solidFill>
                        <a:schemeClr val="accent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Arial"/>
                        <a:ea typeface="Arial"/>
                        <a:cs typeface="Arial"/>
                        <a:sym typeface="Arial"/>
                      </a:endParaRPr>
                    </a:p>
                  </a:txBody>
                  <a:tcPr marL="137150" marR="137150" marT="137150" marB="137150">
                    <a:lnL w="9525" cap="flat" cmpd="sng">
                      <a:solidFill>
                        <a:srgbClr val="000000">
                          <a:alpha val="0"/>
                        </a:srgbClr>
                      </a:solidFill>
                      <a:prstDash val="solid"/>
                      <a:round/>
                      <a:headEnd type="none" w="sm" len="sm"/>
                      <a:tailEnd type="none" w="sm" len="sm"/>
                    </a:lnL>
                    <a:lnR w="38100" cap="flat" cmpd="sng">
                      <a:solidFill>
                        <a:schemeClr val="accent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105400">
                <a:tc>
                  <a:txBody>
                    <a:bodyPr/>
                    <a:lstStyle/>
                    <a:p>
                      <a:pPr marL="342900" marR="0" lvl="0" indent="-342900" algn="l" rtl="0">
                        <a:lnSpc>
                          <a:spcPct val="100000"/>
                        </a:lnSpc>
                        <a:spcBef>
                          <a:spcPts val="0"/>
                        </a:spcBef>
                        <a:spcAft>
                          <a:spcPts val="0"/>
                        </a:spcAft>
                        <a:buClr>
                          <a:schemeClr val="accent1"/>
                        </a:buClr>
                        <a:buSzPts val="2200"/>
                        <a:buFont typeface="Noto Sans Symbols"/>
                        <a:buChar char="▪"/>
                      </a:pPr>
                      <a:r>
                        <a:rPr lang="en-US" sz="2200" u="none" strike="noStrike" cap="none">
                          <a:solidFill>
                            <a:schemeClr val="dk1"/>
                          </a:solidFill>
                          <a:latin typeface="Arial"/>
                          <a:ea typeface="Arial"/>
                          <a:cs typeface="Arial"/>
                          <a:sym typeface="Arial"/>
                        </a:rPr>
                        <a:t> </a:t>
                      </a:r>
                      <a:endParaRPr sz="1400" u="none" strike="noStrike" cap="none"/>
                    </a:p>
                  </a:txBody>
                  <a:tcPr marL="137150" marR="137150" marT="137150" marB="137150">
                    <a:lnL w="38100" cap="flat" cmpd="sng">
                      <a:solidFill>
                        <a:schemeClr val="accent2"/>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Arial"/>
                        <a:ea typeface="Arial"/>
                        <a:cs typeface="Arial"/>
                        <a:sym typeface="Arial"/>
                      </a:endParaRPr>
                    </a:p>
                  </a:txBody>
                  <a:tcPr marL="137150" marR="137150" marT="137150" marB="137150">
                    <a:lnL w="9525" cap="flat" cmpd="sng">
                      <a:solidFill>
                        <a:srgbClr val="000000">
                          <a:alpha val="0"/>
                        </a:srgbClr>
                      </a:solidFill>
                      <a:prstDash val="solid"/>
                      <a:round/>
                      <a:headEnd type="none" w="sm" len="sm"/>
                      <a:tailEnd type="none" w="sm" len="sm"/>
                    </a:lnL>
                    <a:lnR w="38100" cap="flat" cmpd="sng">
                      <a:solidFill>
                        <a:schemeClr val="accent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chemeClr val="accen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90" name="Google Shape;90;p17" descr="A close up of a logo&#10;&#10;Description automatically generated"/>
          <p:cNvPicPr preferRelativeResize="0"/>
          <p:nvPr/>
        </p:nvPicPr>
        <p:blipFill rotWithShape="1">
          <a:blip r:embed="rId3">
            <a:alphaModFix/>
          </a:blip>
          <a:srcRect/>
          <a:stretch/>
        </p:blipFill>
        <p:spPr>
          <a:xfrm>
            <a:off x="6547393" y="891991"/>
            <a:ext cx="2359046" cy="2407023"/>
          </a:xfrm>
          <a:prstGeom prst="rect">
            <a:avLst/>
          </a:prstGeom>
          <a:noFill/>
          <a:ln>
            <a:noFill/>
          </a:ln>
        </p:spPr>
      </p:pic>
      <p:sp>
        <p:nvSpPr>
          <p:cNvPr id="91" name="Google Shape;91;p17"/>
          <p:cNvSpPr txBox="1">
            <a:spLocks noGrp="1"/>
          </p:cNvSpPr>
          <p:nvPr>
            <p:ph type="body" idx="1"/>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17"/>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Only">
  <p:cSld name="1_Title Only 13">
    <p:bg>
      <p:bgPr>
        <a:blipFill>
          <a:blip r:embed="rId2">
            <a:alphaModFix/>
          </a:blip>
          <a:stretch>
            <a:fillRect/>
          </a:stretch>
        </a:blipFill>
        <a:effectLst/>
      </p:bgPr>
    </p:bg>
    <p:spTree>
      <p:nvGrpSpPr>
        <p:cNvPr id="1" name="Shape 93"/>
        <p:cNvGrpSpPr/>
        <p:nvPr/>
      </p:nvGrpSpPr>
      <p:grpSpPr>
        <a:xfrm>
          <a:off x="0" y="0"/>
          <a:ext cx="0" cy="0"/>
          <a:chOff x="0" y="0"/>
          <a:chExt cx="0" cy="0"/>
        </a:xfrm>
      </p:grpSpPr>
      <p:sp>
        <p:nvSpPr>
          <p:cNvPr id="94" name="Google Shape;94;p18"/>
          <p:cNvSpPr/>
          <p:nvPr/>
        </p:nvSpPr>
        <p:spPr>
          <a:xfrm>
            <a:off x="4846322" y="1673352"/>
            <a:ext cx="3511296" cy="351129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5" name="Google Shape;95;p18"/>
          <p:cNvSpPr/>
          <p:nvPr/>
        </p:nvSpPr>
        <p:spPr>
          <a:xfrm>
            <a:off x="786384" y="1673352"/>
            <a:ext cx="3511296" cy="351129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 name="Google Shape;96;p18"/>
          <p:cNvSpPr>
            <a:spLocks noGrp="1"/>
          </p:cNvSpPr>
          <p:nvPr>
            <p:ph type="pic" idx="2"/>
          </p:nvPr>
        </p:nvSpPr>
        <p:spPr>
          <a:xfrm>
            <a:off x="1157732" y="2019300"/>
            <a:ext cx="2768600" cy="2819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18"/>
          <p:cNvSpPr>
            <a:spLocks noGrp="1"/>
          </p:cNvSpPr>
          <p:nvPr>
            <p:ph type="pic" idx="3"/>
          </p:nvPr>
        </p:nvSpPr>
        <p:spPr>
          <a:xfrm>
            <a:off x="5217670" y="2019300"/>
            <a:ext cx="2768600" cy="2819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18"/>
          <p:cNvSpPr txBox="1">
            <a:spLocks noGrp="1"/>
          </p:cNvSpPr>
          <p:nvPr>
            <p:ph type="body" idx="1"/>
          </p:nvPr>
        </p:nvSpPr>
        <p:spPr>
          <a:xfrm>
            <a:off x="1018032" y="5308600"/>
            <a:ext cx="30480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1" i="0" u="none" strike="noStrike" cap="none">
                <a:solidFill>
                  <a:schemeClr val="accent2"/>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9" name="Google Shape;99;p18"/>
          <p:cNvSpPr txBox="1">
            <a:spLocks noGrp="1"/>
          </p:cNvSpPr>
          <p:nvPr>
            <p:ph type="body" idx="4"/>
          </p:nvPr>
        </p:nvSpPr>
        <p:spPr>
          <a:xfrm>
            <a:off x="5077970" y="5283200"/>
            <a:ext cx="30480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1" i="0" u="none" strike="noStrike" cap="none">
                <a:solidFill>
                  <a:schemeClr val="accen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18"/>
          <p:cNvSpPr txBox="1">
            <a:spLocks noGrp="1"/>
          </p:cNvSpPr>
          <p:nvPr>
            <p:ph type="body" idx="5"/>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1" name="Google Shape;101;p18"/>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Only">
  <p:cSld name="1_Title Only 14">
    <p:bg>
      <p:bgPr>
        <a:blipFill>
          <a:blip r:embed="rId2">
            <a:alphaModFix/>
          </a:blip>
          <a:stretch>
            <a:fillRect/>
          </a:stretch>
        </a:blipFill>
        <a:effectLst/>
      </p:bgPr>
    </p:bg>
    <p:spTree>
      <p:nvGrpSpPr>
        <p:cNvPr id="1" name="Shape 102"/>
        <p:cNvGrpSpPr/>
        <p:nvPr/>
      </p:nvGrpSpPr>
      <p:grpSpPr>
        <a:xfrm>
          <a:off x="0" y="0"/>
          <a:ext cx="0" cy="0"/>
          <a:chOff x="0" y="0"/>
          <a:chExt cx="0" cy="0"/>
        </a:xfrm>
      </p:grpSpPr>
      <p:sp>
        <p:nvSpPr>
          <p:cNvPr id="103" name="Google Shape;103;p19"/>
          <p:cNvSpPr/>
          <p:nvPr/>
        </p:nvSpPr>
        <p:spPr>
          <a:xfrm>
            <a:off x="4846322" y="1673352"/>
            <a:ext cx="3511296" cy="351129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 name="Google Shape;104;p19"/>
          <p:cNvSpPr/>
          <p:nvPr/>
        </p:nvSpPr>
        <p:spPr>
          <a:xfrm>
            <a:off x="786384" y="1673352"/>
            <a:ext cx="3511296" cy="351129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 name="Google Shape;105;p19"/>
          <p:cNvSpPr txBox="1">
            <a:spLocks noGrp="1"/>
          </p:cNvSpPr>
          <p:nvPr>
            <p:ph type="body" idx="1"/>
          </p:nvPr>
        </p:nvSpPr>
        <p:spPr>
          <a:xfrm>
            <a:off x="1018032" y="5308600"/>
            <a:ext cx="30480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1" i="0" u="none" strike="noStrike" cap="none">
                <a:solidFill>
                  <a:schemeClr val="accent2"/>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6" name="Google Shape;106;p19"/>
          <p:cNvSpPr txBox="1">
            <a:spLocks noGrp="1"/>
          </p:cNvSpPr>
          <p:nvPr>
            <p:ph type="body" idx="2"/>
          </p:nvPr>
        </p:nvSpPr>
        <p:spPr>
          <a:xfrm>
            <a:off x="5077970" y="5283200"/>
            <a:ext cx="30480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1" i="0" u="none" strike="noStrike" cap="none">
                <a:solidFill>
                  <a:schemeClr val="accen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7" name="Google Shape;107;p19"/>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19"/>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pic>
        <p:nvPicPr>
          <p:cNvPr id="109" name="Google Shape;109;p19" descr="A close up of a logo&#10;&#10;Description automatically generated"/>
          <p:cNvPicPr preferRelativeResize="0"/>
          <p:nvPr/>
        </p:nvPicPr>
        <p:blipFill rotWithShape="1">
          <a:blip r:embed="rId3">
            <a:alphaModFix/>
          </a:blip>
          <a:srcRect/>
          <a:stretch/>
        </p:blipFill>
        <p:spPr>
          <a:xfrm>
            <a:off x="1099312" y="1986280"/>
            <a:ext cx="2885440" cy="2885440"/>
          </a:xfrm>
          <a:prstGeom prst="rect">
            <a:avLst/>
          </a:prstGeom>
          <a:noFill/>
          <a:ln>
            <a:noFill/>
          </a:ln>
        </p:spPr>
      </p:pic>
      <p:pic>
        <p:nvPicPr>
          <p:cNvPr id="110" name="Google Shape;110;p19" descr="A close up of a logo&#10;&#10;Description automatically generated"/>
          <p:cNvPicPr preferRelativeResize="0"/>
          <p:nvPr/>
        </p:nvPicPr>
        <p:blipFill rotWithShape="1">
          <a:blip r:embed="rId4">
            <a:alphaModFix/>
          </a:blip>
          <a:srcRect/>
          <a:stretch/>
        </p:blipFill>
        <p:spPr>
          <a:xfrm>
            <a:off x="5159250" y="1986280"/>
            <a:ext cx="2885440" cy="288544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Only">
  <p:cSld name="1_Title Only 15">
    <p:bg>
      <p:bgPr>
        <a:blipFill>
          <a:blip r:embed="rId2">
            <a:alphaModFix/>
          </a:blip>
          <a:stretch>
            <a:fillRect/>
          </a:stretch>
        </a:blipFill>
        <a:effectLst/>
      </p:bgPr>
    </p:bg>
    <p:spTree>
      <p:nvGrpSpPr>
        <p:cNvPr id="1" name="Shape 111"/>
        <p:cNvGrpSpPr/>
        <p:nvPr/>
      </p:nvGrpSpPr>
      <p:grpSpPr>
        <a:xfrm>
          <a:off x="0" y="0"/>
          <a:ext cx="0" cy="0"/>
          <a:chOff x="0" y="0"/>
          <a:chExt cx="0" cy="0"/>
        </a:xfrm>
      </p:grpSpPr>
      <p:sp>
        <p:nvSpPr>
          <p:cNvPr id="112" name="Google Shape;112;p20"/>
          <p:cNvSpPr>
            <a:spLocks noGrp="1"/>
          </p:cNvSpPr>
          <p:nvPr>
            <p:ph type="pic" idx="2"/>
          </p:nvPr>
        </p:nvSpPr>
        <p:spPr>
          <a:xfrm>
            <a:off x="659492" y="1215572"/>
            <a:ext cx="7874000" cy="4902200"/>
          </a:xfrm>
          <a:prstGeom prst="rect">
            <a:avLst/>
          </a:prstGeom>
          <a:noFill/>
          <a:ln w="120650" cap="rnd" cmpd="sng">
            <a:solidFill>
              <a:schemeClr val="accent1"/>
            </a:solidFill>
            <a:prstDash val="solid"/>
            <a:round/>
            <a:headEnd type="none" w="sm" len="sm"/>
            <a:tailEnd type="none" w="sm" len="sm"/>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13" name="Google Shape;113;p20" descr="A close up of a logo&#10;&#10;Description automatically generated"/>
          <p:cNvPicPr preferRelativeResize="0"/>
          <p:nvPr/>
        </p:nvPicPr>
        <p:blipFill rotWithShape="1">
          <a:blip r:embed="rId3">
            <a:alphaModFix/>
          </a:blip>
          <a:srcRect/>
          <a:stretch/>
        </p:blipFill>
        <p:spPr>
          <a:xfrm>
            <a:off x="6875922" y="730624"/>
            <a:ext cx="1622612" cy="1622612"/>
          </a:xfrm>
          <a:prstGeom prst="rect">
            <a:avLst/>
          </a:prstGeom>
          <a:noFill/>
          <a:ln>
            <a:noFill/>
          </a:ln>
        </p:spPr>
      </p:pic>
      <p:sp>
        <p:nvSpPr>
          <p:cNvPr id="114" name="Google Shape;114;p20"/>
          <p:cNvSpPr txBox="1">
            <a:spLocks noGrp="1"/>
          </p:cNvSpPr>
          <p:nvPr>
            <p:ph type="body" idx="1"/>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5" name="Google Shape;115;p20"/>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Only">
  <p:cSld name="1_Title Only 16">
    <p:bg>
      <p:bgPr>
        <a:blipFill>
          <a:blip r:embed="rId2">
            <a:alphaModFix/>
          </a:blip>
          <a:stretch>
            <a:fillRect/>
          </a:stretch>
        </a:blipFill>
        <a:effectLst/>
      </p:bgPr>
    </p:bg>
    <p:spTree>
      <p:nvGrpSpPr>
        <p:cNvPr id="1" name="Shape 116"/>
        <p:cNvGrpSpPr/>
        <p:nvPr/>
      </p:nvGrpSpPr>
      <p:grpSpPr>
        <a:xfrm>
          <a:off x="0" y="0"/>
          <a:ext cx="0" cy="0"/>
          <a:chOff x="0" y="0"/>
          <a:chExt cx="0" cy="0"/>
        </a:xfrm>
      </p:grpSpPr>
      <p:sp>
        <p:nvSpPr>
          <p:cNvPr id="117" name="Google Shape;117;p21"/>
          <p:cNvSpPr/>
          <p:nvPr/>
        </p:nvSpPr>
        <p:spPr>
          <a:xfrm rot="-5400000">
            <a:off x="-1293620" y="2064211"/>
            <a:ext cx="5718093" cy="31158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000" b="1" i="0" u="none" strike="noStrike" cap="none">
              <a:solidFill>
                <a:schemeClr val="lt1"/>
              </a:solidFill>
              <a:latin typeface="Arial"/>
              <a:ea typeface="Arial"/>
              <a:cs typeface="Arial"/>
              <a:sym typeface="Arial"/>
            </a:endParaRPr>
          </a:p>
        </p:txBody>
      </p:sp>
      <p:pic>
        <p:nvPicPr>
          <p:cNvPr id="118" name="Google Shape;118;p21" descr="A close up of a logo&#10;&#10;Description automatically generated"/>
          <p:cNvPicPr preferRelativeResize="0"/>
          <p:nvPr/>
        </p:nvPicPr>
        <p:blipFill rotWithShape="1">
          <a:blip r:embed="rId3">
            <a:alphaModFix/>
          </a:blip>
          <a:srcRect/>
          <a:stretch/>
        </p:blipFill>
        <p:spPr>
          <a:xfrm>
            <a:off x="6457406" y="1666124"/>
            <a:ext cx="2286000" cy="2344651"/>
          </a:xfrm>
          <a:prstGeom prst="rect">
            <a:avLst/>
          </a:prstGeom>
          <a:noFill/>
          <a:ln>
            <a:noFill/>
          </a:ln>
        </p:spPr>
      </p:pic>
      <p:sp>
        <p:nvSpPr>
          <p:cNvPr id="119" name="Google Shape;119;p21"/>
          <p:cNvSpPr txBox="1">
            <a:spLocks noGrp="1"/>
          </p:cNvSpPr>
          <p:nvPr>
            <p:ph type="body" idx="1"/>
          </p:nvPr>
        </p:nvSpPr>
        <p:spPr>
          <a:xfrm>
            <a:off x="3543300" y="3562350"/>
            <a:ext cx="40005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accent4"/>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0" name="Google Shape;120;p21"/>
          <p:cNvSpPr txBox="1">
            <a:spLocks noGrp="1"/>
          </p:cNvSpPr>
          <p:nvPr>
            <p:ph type="body" idx="2"/>
          </p:nvPr>
        </p:nvSpPr>
        <p:spPr>
          <a:xfrm rot="-5400000">
            <a:off x="-742950" y="2476500"/>
            <a:ext cx="4476750" cy="17335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6000" b="1"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6000" b="1" i="0" u="none" strike="noStrike" cap="none">
                <a:solidFill>
                  <a:schemeClr val="lt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6000" b="1" i="0" u="none" strike="noStrike" cap="none">
                <a:solidFill>
                  <a:schemeClr val="lt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6000" b="1" i="0" u="none" strike="noStrike" cap="none">
                <a:solidFill>
                  <a:schemeClr val="lt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6000" b="1" i="0" u="none" strike="noStrike" cap="none">
                <a:solidFill>
                  <a:schemeClr val="lt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1" name="Google Shape;121;p21"/>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Arial Narrow"/>
                <a:ea typeface="Arial Narrow"/>
                <a:cs typeface="Arial Narrow"/>
                <a:sym typeface="Arial Narrow"/>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2" name="Google Shape;122;p21"/>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2">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7086600" y="6492875"/>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D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1" name="Google Shape;11;p1"/>
          <p:cNvSpPr txBox="1">
            <a:spLocks noGrp="1"/>
          </p:cNvSpPr>
          <p:nvPr>
            <p:ph type="title"/>
          </p:nvPr>
        </p:nvSpPr>
        <p:spPr>
          <a:xfrm>
            <a:off x="0" y="0"/>
            <a:ext cx="7886700" cy="78105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2400" b="1" i="0" u="none" strike="noStrike" cap="none">
                <a:solidFill>
                  <a:schemeClr val="lt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body" idx="1"/>
          </p:nvPr>
        </p:nvSpPr>
        <p:spPr>
          <a:xfrm>
            <a:off x="572225" y="982975"/>
            <a:ext cx="5481300" cy="1498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2700" dirty="0">
                <a:latin typeface="Arial"/>
                <a:cs typeface="Arial"/>
              </a:rPr>
              <a:t>Tip 1 - Take it seriously</a:t>
            </a:r>
            <a:endParaRPr lang="en-US" sz="2700" dirty="0">
              <a:latin typeface="Arial"/>
              <a:cs typeface="Arial"/>
              <a:sym typeface="Arial"/>
            </a:endParaRPr>
          </a:p>
        </p:txBody>
      </p:sp>
      <p:sp>
        <p:nvSpPr>
          <p:cNvPr id="128" name="Google Shape;128;p22"/>
          <p:cNvSpPr txBox="1">
            <a:spLocks noGrp="1"/>
          </p:cNvSpPr>
          <p:nvPr>
            <p:ph type="sldNum" idx="12"/>
          </p:nvPr>
        </p:nvSpPr>
        <p:spPr>
          <a:xfrm>
            <a:off x="7086600" y="6492875"/>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129" name="Google Shape;129;p22"/>
          <p:cNvSpPr txBox="1">
            <a:spLocks noGrp="1"/>
          </p:cNvSpPr>
          <p:nvPr>
            <p:ph type="body" idx="1"/>
          </p:nvPr>
        </p:nvSpPr>
        <p:spPr>
          <a:xfrm>
            <a:off x="247650" y="2420515"/>
            <a:ext cx="8515800" cy="2627400"/>
          </a:xfrm>
          <a:prstGeom prst="rect">
            <a:avLst/>
          </a:prstGeom>
          <a:noFill/>
          <a:ln>
            <a:noFill/>
          </a:ln>
        </p:spPr>
        <p:txBody>
          <a:bodyPr spcFirstLastPara="1" wrap="square" lIns="91425" tIns="45700" rIns="91425" bIns="45700" anchor="t" anchorCtr="0">
            <a:noAutofit/>
          </a:bodyPr>
          <a:lstStyle/>
          <a:p>
            <a:pPr marL="457200" lvl="0" indent="-349250" algn="l" rtl="0">
              <a:lnSpc>
                <a:spcPct val="115000"/>
              </a:lnSpc>
              <a:spcBef>
                <a:spcPts val="0"/>
              </a:spcBef>
              <a:spcAft>
                <a:spcPts val="0"/>
              </a:spcAft>
              <a:buClr>
                <a:schemeClr val="accent1"/>
              </a:buClr>
              <a:buSzPts val="1900"/>
              <a:buChar char="■"/>
            </a:pPr>
            <a:r>
              <a:rPr lang="en-US" dirty="0">
                <a:latin typeface="Arial"/>
                <a:cs typeface="Arial"/>
              </a:rPr>
              <a:t>Treat each of your online lessons the same way you would an in-person lesson. That goes for both courses and videos you do on your own and instructor-led group video chats. Take careful notes and be fully present each step of the way. Avoid multitasking in the background (that means no checking email or Facebook while the teacher is lecturing!). Ask thoughtful questions and complete your assignments.</a:t>
            </a:r>
            <a:endParaRPr dirty="0">
              <a:latin typeface="Arial"/>
              <a:ea typeface="Arial"/>
              <a:cs typeface="Arial"/>
              <a:sym typeface="Arial"/>
            </a:endParaRPr>
          </a:p>
        </p:txBody>
      </p:sp>
      <p:sp>
        <p:nvSpPr>
          <p:cNvPr id="130" name="Google Shape;130;p22"/>
          <p:cNvSpPr txBox="1">
            <a:spLocks noGrp="1"/>
          </p:cNvSpPr>
          <p:nvPr>
            <p:ph type="body" idx="3"/>
          </p:nvPr>
        </p:nvSpPr>
        <p:spPr>
          <a:xfrm>
            <a:off x="247650" y="133350"/>
            <a:ext cx="7429500" cy="49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dirty="0"/>
              <a:t>Tips for </a:t>
            </a:r>
            <a:r>
              <a:rPr lang="en-US" b="1" dirty="0" err="1"/>
              <a:t>Maximising</a:t>
            </a:r>
            <a:r>
              <a:rPr lang="en-US" b="1" dirty="0"/>
              <a:t> Online Learning</a:t>
            </a:r>
          </a:p>
        </p:txBody>
      </p:sp>
    </p:spTree>
  </p:cSld>
  <p:clrMapOvr>
    <a:masterClrMapping/>
  </p:clrMapOvr>
</p:sld>
</file>

<file path=ppt/theme/theme1.xml><?xml version="1.0" encoding="utf-8"?>
<a:theme xmlns:a="http://schemas.openxmlformats.org/drawingml/2006/main" name="5_Generation Theme">
  <a:themeElements>
    <a:clrScheme name="Generation">
      <a:dk1>
        <a:srgbClr val="313231"/>
      </a:dk1>
      <a:lt1>
        <a:srgbClr val="FFFFFF"/>
      </a:lt1>
      <a:dk2>
        <a:srgbClr val="313231"/>
      </a:dk2>
      <a:lt2>
        <a:srgbClr val="FFFFFF"/>
      </a:lt2>
      <a:accent1>
        <a:srgbClr val="8FC63F"/>
      </a:accent1>
      <a:accent2>
        <a:srgbClr val="1BADEE"/>
      </a:accent2>
      <a:accent3>
        <a:srgbClr val="A5A5A5"/>
      </a:accent3>
      <a:accent4>
        <a:srgbClr val="333333"/>
      </a:accent4>
      <a:accent5>
        <a:srgbClr val="44546A"/>
      </a:accent5>
      <a:accent6>
        <a:srgbClr val="0E5C7F"/>
      </a:accent6>
      <a:hlink>
        <a:srgbClr val="00ADEF"/>
      </a:hlink>
      <a:folHlink>
        <a:srgbClr val="1BB6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85</Words>
  <Application>Microsoft Office PowerPoint</Application>
  <PresentationFormat>Presentación en pantalla (4:3)</PresentationFormat>
  <Paragraphs>4</Paragraphs>
  <Slides>1</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Noto Sans Symbols</vt:lpstr>
      <vt:lpstr>Calibri</vt:lpstr>
      <vt:lpstr>Arial Narrow</vt:lpstr>
      <vt:lpstr>5_Generation Theme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Georgina</dc:creator>
  <cp:lastModifiedBy>Georgina Saldana</cp:lastModifiedBy>
  <cp:revision>3</cp:revision>
  <dcterms:modified xsi:type="dcterms:W3CDTF">2020-08-26T15:27:05Z</dcterms:modified>
</cp:coreProperties>
</file>